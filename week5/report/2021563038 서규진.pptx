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63" r:id="rId4"/>
    <p:sldId id="274" r:id="rId5"/>
    <p:sldId id="279" r:id="rId6"/>
    <p:sldId id="280" r:id="rId7"/>
    <p:sldId id="281" r:id="rId8"/>
    <p:sldId id="282" r:id="rId9"/>
    <p:sldId id="283" r:id="rId10"/>
    <p:sldId id="287" r:id="rId11"/>
    <p:sldId id="273" r:id="rId12"/>
    <p:sldId id="275" r:id="rId13"/>
    <p:sldId id="288" r:id="rId14"/>
    <p:sldId id="289" r:id="rId15"/>
    <p:sldId id="290" r:id="rId16"/>
    <p:sldId id="278" r:id="rId17"/>
    <p:sldId id="264" r:id="rId18"/>
    <p:sldId id="262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969"/>
    <a:srgbClr val="D4D8DD"/>
    <a:srgbClr val="6393CF"/>
    <a:srgbClr val="8B9BB0"/>
    <a:srgbClr val="64BBCE"/>
    <a:srgbClr val="C1D5EE"/>
    <a:srgbClr val="1C658E"/>
    <a:srgbClr val="72B2E3"/>
    <a:srgbClr val="B7D7EC"/>
    <a:srgbClr val="1A335C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175" autoAdjust="0"/>
  </p:normalViewPr>
  <p:slideViewPr>
    <p:cSldViewPr snapToGrid="0" showGuides="1">
      <p:cViewPr varScale="1">
        <p:scale>
          <a:sx n="86" d="100"/>
          <a:sy n="86" d="100"/>
        </p:scale>
        <p:origin x="56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4602A5-1A7E-6DD4-BCB7-2B78794F90D2}"/>
              </a:ext>
            </a:extLst>
          </p:cNvPr>
          <p:cNvSpPr txBox="1"/>
          <p:nvPr userDrawn="1"/>
        </p:nvSpPr>
        <p:spPr>
          <a:xfrm>
            <a:off x="9987228" y="6602223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FE9D61-53F2-F84C-4E76-C8EDBEF68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FEBE-8A97-4855-8104-A03E1EFF1A94}" type="datetimeFigureOut">
              <a:rPr lang="ko-KR" altLang="en-US" smtClean="0"/>
              <a:t>2023-10-08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3CAFA26-B456-B923-4DA6-CF2382D8F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88207F-7B9F-AE7A-65AC-1BD181C69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5FA9-61DE-4DD2-9BA2-4DC9AF791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644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4602A5-1A7E-6DD4-BCB7-2B78794F90D2}"/>
              </a:ext>
            </a:extLst>
          </p:cNvPr>
          <p:cNvSpPr txBox="1"/>
          <p:nvPr userDrawn="1"/>
        </p:nvSpPr>
        <p:spPr>
          <a:xfrm>
            <a:off x="9987228" y="6602223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FE9D61-53F2-F84C-4E76-C8EDBEF68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FEBE-8A97-4855-8104-A03E1EFF1A94}" type="datetimeFigureOut">
              <a:rPr lang="ko-KR" altLang="en-US" smtClean="0"/>
              <a:t>2023-10-08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3CAFA26-B456-B923-4DA6-CF2382D8F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88207F-7B9F-AE7A-65AC-1BD181C69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5FA9-61DE-4DD2-9BA2-4DC9AF791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2101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D608CD1-91EE-E281-CE92-D7C5A5BE3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FA8CB7-992D-CEC9-8D71-AB31FA7C7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258386-4013-1EE8-771B-058C77374C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0FEBE-8A97-4855-8104-A03E1EFF1A94}" type="datetimeFigureOut">
              <a:rPr lang="ko-KR" altLang="en-US" smtClean="0"/>
              <a:t>2023-10-08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17E9D0-EEB1-C603-7E65-0F11F6B8E3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8B4662-5E86-3989-A8CE-41AE1996C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15FA9-61DE-4DD2-9BA2-4DC9AF791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890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7E62F8E-A7F9-433C-AD82-15814135C48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C7AA1E4F-8432-AAB9-2E83-40E77F2BF5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5784D7D-AD62-046E-1603-AABD206E03B0}"/>
              </a:ext>
            </a:extLst>
          </p:cNvPr>
          <p:cNvGrpSpPr/>
          <p:nvPr/>
        </p:nvGrpSpPr>
        <p:grpSpPr>
          <a:xfrm>
            <a:off x="2155241" y="2398775"/>
            <a:ext cx="7881518" cy="2059843"/>
            <a:chOff x="2155241" y="2331098"/>
            <a:chExt cx="7881518" cy="2059843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1D050920-EB61-67CA-2D54-859D23EAFE6C}"/>
                </a:ext>
              </a:extLst>
            </p:cNvPr>
            <p:cNvGrpSpPr/>
            <p:nvPr/>
          </p:nvGrpSpPr>
          <p:grpSpPr>
            <a:xfrm>
              <a:off x="4979020" y="2331098"/>
              <a:ext cx="2167054" cy="768458"/>
              <a:chOff x="8909823" y="398401"/>
              <a:chExt cx="3282177" cy="738121"/>
            </a:xfrm>
            <a:solidFill>
              <a:schemeClr val="accent6"/>
            </a:solidFill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67B1BCA2-85EC-4A45-20A5-1831EDC25659}"/>
                  </a:ext>
                </a:extLst>
              </p:cNvPr>
              <p:cNvSpPr/>
              <p:nvPr/>
            </p:nvSpPr>
            <p:spPr>
              <a:xfrm>
                <a:off x="10844526" y="398401"/>
                <a:ext cx="1347474" cy="73812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446EAE8D-C96E-B889-FE00-9A54298C4F9A}"/>
                  </a:ext>
                </a:extLst>
              </p:cNvPr>
              <p:cNvSpPr/>
              <p:nvPr/>
            </p:nvSpPr>
            <p:spPr>
              <a:xfrm>
                <a:off x="9963513" y="398401"/>
                <a:ext cx="724895" cy="73812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A5DE3AF4-36AE-FAC2-B1AA-E888188E7D38}"/>
                  </a:ext>
                </a:extLst>
              </p:cNvPr>
              <p:cNvSpPr/>
              <p:nvPr/>
            </p:nvSpPr>
            <p:spPr>
              <a:xfrm>
                <a:off x="9283289" y="398401"/>
                <a:ext cx="524106" cy="73812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2363BC21-4C23-551F-0DD2-3A68A74D454A}"/>
                  </a:ext>
                </a:extLst>
              </p:cNvPr>
              <p:cNvSpPr/>
              <p:nvPr/>
            </p:nvSpPr>
            <p:spPr>
              <a:xfrm>
                <a:off x="8909823" y="398401"/>
                <a:ext cx="217347" cy="73812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2FC8205-673D-EC51-5910-A731A63C739F}"/>
                </a:ext>
              </a:extLst>
            </p:cNvPr>
            <p:cNvSpPr txBox="1"/>
            <p:nvPr/>
          </p:nvSpPr>
          <p:spPr>
            <a:xfrm>
              <a:off x="2155241" y="3282945"/>
              <a:ext cx="7881518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600" b="1" dirty="0">
                  <a:solidFill>
                    <a:schemeClr val="accent6"/>
                  </a:solidFill>
                  <a:latin typeface="+mj-ea"/>
                  <a:ea typeface="+mj-ea"/>
                </a:rPr>
                <a:t>CODE: 8_5_1 Upgrade</a:t>
              </a:r>
              <a:endParaRPr lang="ko-KR" altLang="en-US" sz="6600" b="1" dirty="0">
                <a:solidFill>
                  <a:schemeClr val="accent6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B27AA20-A210-6D66-61F1-C23E6C4C90C6}"/>
              </a:ext>
            </a:extLst>
          </p:cNvPr>
          <p:cNvSpPr txBox="1"/>
          <p:nvPr/>
        </p:nvSpPr>
        <p:spPr>
          <a:xfrm>
            <a:off x="10414359" y="5947748"/>
            <a:ext cx="167706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400" b="1" dirty="0">
                <a:solidFill>
                  <a:schemeClr val="accent6"/>
                </a:solidFill>
                <a:latin typeface="+mj-ea"/>
                <a:ea typeface="+mj-ea"/>
              </a:rPr>
              <a:t>게임프로그래밍</a:t>
            </a:r>
            <a:endParaRPr lang="en-US" altLang="ko-KR" sz="1400" b="1" dirty="0">
              <a:solidFill>
                <a:schemeClr val="accent6"/>
              </a:solidFill>
              <a:latin typeface="+mj-ea"/>
              <a:ea typeface="+mj-ea"/>
            </a:endParaRPr>
          </a:p>
          <a:p>
            <a:pPr algn="r"/>
            <a:r>
              <a:rPr lang="en-US" altLang="ko-KR" sz="1400" b="1" dirty="0">
                <a:solidFill>
                  <a:schemeClr val="accent6"/>
                </a:solidFill>
                <a:latin typeface="+mj-ea"/>
                <a:ea typeface="+mj-ea"/>
              </a:rPr>
              <a:t>2021563038 </a:t>
            </a:r>
            <a:r>
              <a:rPr lang="ko-KR" altLang="en-US" sz="1400" b="1" dirty="0">
                <a:solidFill>
                  <a:schemeClr val="accent6"/>
                </a:solidFill>
                <a:latin typeface="+mj-ea"/>
                <a:ea typeface="+mj-ea"/>
              </a:rPr>
              <a:t>서규진</a:t>
            </a:r>
            <a:endParaRPr lang="en-US" altLang="ko-KR" sz="1400" b="1" dirty="0">
              <a:solidFill>
                <a:schemeClr val="accent6"/>
              </a:solidFill>
              <a:latin typeface="+mj-ea"/>
              <a:ea typeface="+mj-ea"/>
            </a:endParaRPr>
          </a:p>
          <a:p>
            <a:pPr algn="r"/>
            <a:r>
              <a:rPr lang="en-US" altLang="ko-KR" sz="1400" b="1" dirty="0">
                <a:solidFill>
                  <a:schemeClr val="accent6"/>
                </a:solidFill>
                <a:latin typeface="+mj-ea"/>
                <a:ea typeface="+mj-ea"/>
              </a:rPr>
              <a:t>2023.10.11(</a:t>
            </a:r>
            <a:r>
              <a:rPr lang="ko-KR" altLang="en-US" sz="1400" b="1" dirty="0">
                <a:solidFill>
                  <a:schemeClr val="accent6"/>
                </a:solidFill>
                <a:latin typeface="+mj-ea"/>
                <a:ea typeface="+mj-ea"/>
              </a:rPr>
              <a:t>수</a:t>
            </a:r>
            <a:r>
              <a:rPr lang="en-US" altLang="ko-KR" sz="1400" b="1" dirty="0">
                <a:solidFill>
                  <a:schemeClr val="accent6"/>
                </a:solidFill>
                <a:latin typeface="+mj-ea"/>
                <a:ea typeface="+mj-ea"/>
              </a:rPr>
              <a:t>)</a:t>
            </a:r>
            <a:endParaRPr lang="ko-KR" altLang="en-US" sz="1400" b="1" dirty="0">
              <a:solidFill>
                <a:schemeClr val="accent6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08536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40EC6A1-67C3-DA63-7B6D-5DEFB72A85C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3ABADEBF-3BEB-5A02-135E-F8410EED01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17EA9F6-6252-DCA0-76EB-899BE8D59797}"/>
              </a:ext>
            </a:extLst>
          </p:cNvPr>
          <p:cNvGrpSpPr/>
          <p:nvPr/>
        </p:nvGrpSpPr>
        <p:grpSpPr>
          <a:xfrm>
            <a:off x="10024946" y="398401"/>
            <a:ext cx="2167054" cy="768458"/>
            <a:chOff x="8909823" y="398401"/>
            <a:chExt cx="3282177" cy="738121"/>
          </a:xfrm>
          <a:solidFill>
            <a:schemeClr val="accent6"/>
          </a:solidFill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D466E74-5CC2-4379-F2BC-8B05EF7BB056}"/>
                </a:ext>
              </a:extLst>
            </p:cNvPr>
            <p:cNvSpPr/>
            <p:nvPr/>
          </p:nvSpPr>
          <p:spPr>
            <a:xfrm>
              <a:off x="10844526" y="398401"/>
              <a:ext cx="1347474" cy="7381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7B028A5-AAF5-9125-F9FD-B47BE82015F8}"/>
                </a:ext>
              </a:extLst>
            </p:cNvPr>
            <p:cNvSpPr/>
            <p:nvPr/>
          </p:nvSpPr>
          <p:spPr>
            <a:xfrm>
              <a:off x="9963513" y="398401"/>
              <a:ext cx="724895" cy="7381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3921677-86B1-E3F6-B4A3-4FA06AE38E7E}"/>
                </a:ext>
              </a:extLst>
            </p:cNvPr>
            <p:cNvSpPr/>
            <p:nvPr/>
          </p:nvSpPr>
          <p:spPr>
            <a:xfrm>
              <a:off x="9283289" y="398401"/>
              <a:ext cx="524106" cy="7381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357DAFB-622F-BA9B-8F7E-9E3A7143612A}"/>
                </a:ext>
              </a:extLst>
            </p:cNvPr>
            <p:cNvSpPr/>
            <p:nvPr/>
          </p:nvSpPr>
          <p:spPr>
            <a:xfrm>
              <a:off x="8909823" y="398401"/>
              <a:ext cx="217347" cy="7381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D318EF6-AEB1-3244-CA6B-AE2D9D7C41CF}"/>
              </a:ext>
            </a:extLst>
          </p:cNvPr>
          <p:cNvSpPr txBox="1"/>
          <p:nvPr/>
        </p:nvSpPr>
        <p:spPr>
          <a:xfrm>
            <a:off x="892098" y="490242"/>
            <a:ext cx="8931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chemeClr val="accent6"/>
                </a:solidFill>
              </a:rPr>
              <a:t>목차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E5079C-5BFF-B6E8-1345-B3B9E016BCCF}"/>
              </a:ext>
            </a:extLst>
          </p:cNvPr>
          <p:cNvSpPr txBox="1"/>
          <p:nvPr/>
        </p:nvSpPr>
        <p:spPr>
          <a:xfrm>
            <a:off x="1888368" y="674907"/>
            <a:ext cx="2435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accent6"/>
                </a:solidFill>
              </a:rPr>
              <a:t>a table of contents</a:t>
            </a:r>
            <a:endParaRPr lang="ko-KR" altLang="en-US" sz="2000" b="1" dirty="0">
              <a:solidFill>
                <a:schemeClr val="accent6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3728E6-3464-39D3-A702-FF815E14E632}"/>
              </a:ext>
            </a:extLst>
          </p:cNvPr>
          <p:cNvSpPr txBox="1"/>
          <p:nvPr/>
        </p:nvSpPr>
        <p:spPr>
          <a:xfrm>
            <a:off x="2381531" y="1817649"/>
            <a:ext cx="4491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chemeClr val="accent6"/>
                </a:solidFill>
              </a:rPr>
              <a:t>1</a:t>
            </a:r>
            <a:endParaRPr lang="ko-KR" altLang="en-US" sz="4400" b="1" dirty="0">
              <a:solidFill>
                <a:schemeClr val="accent6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EB80B0-2A16-4973-D6D6-19608F66E562}"/>
              </a:ext>
            </a:extLst>
          </p:cNvPr>
          <p:cNvSpPr txBox="1"/>
          <p:nvPr/>
        </p:nvSpPr>
        <p:spPr>
          <a:xfrm>
            <a:off x="4130741" y="2002314"/>
            <a:ext cx="42562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accent6"/>
                </a:solidFill>
              </a:rPr>
              <a:t>코드에 업그레이드된 부분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345186-FA37-E540-7876-6828A26ED75C}"/>
              </a:ext>
            </a:extLst>
          </p:cNvPr>
          <p:cNvSpPr txBox="1"/>
          <p:nvPr/>
        </p:nvSpPr>
        <p:spPr>
          <a:xfrm>
            <a:off x="2341456" y="3186538"/>
            <a:ext cx="5293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chemeClr val="accent6"/>
                </a:solidFill>
              </a:rPr>
              <a:t>2</a:t>
            </a:r>
            <a:endParaRPr lang="ko-KR" altLang="en-US" sz="4400" b="1" dirty="0">
              <a:solidFill>
                <a:schemeClr val="accent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20C9CE-81CB-9CF0-C84E-9132F6EDB6E5}"/>
              </a:ext>
            </a:extLst>
          </p:cNvPr>
          <p:cNvSpPr txBox="1"/>
          <p:nvPr/>
        </p:nvSpPr>
        <p:spPr>
          <a:xfrm>
            <a:off x="4130741" y="3366343"/>
            <a:ext cx="45897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accent6"/>
                </a:solidFill>
              </a:rPr>
              <a:t>업그레이드된 코드 실행 결과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E0C63A-CA30-D6C6-CB70-B04667AB2F51}"/>
              </a:ext>
            </a:extLst>
          </p:cNvPr>
          <p:cNvSpPr txBox="1"/>
          <p:nvPr/>
        </p:nvSpPr>
        <p:spPr>
          <a:xfrm>
            <a:off x="2381531" y="4555428"/>
            <a:ext cx="5453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chemeClr val="accent6"/>
                </a:solidFill>
              </a:rPr>
              <a:t>3</a:t>
            </a:r>
            <a:endParaRPr lang="ko-KR" altLang="en-US" sz="4400" b="1" dirty="0">
              <a:solidFill>
                <a:schemeClr val="accent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8A9DD1-BABD-382A-AB9E-80D23838B32D}"/>
              </a:ext>
            </a:extLst>
          </p:cNvPr>
          <p:cNvSpPr txBox="1"/>
          <p:nvPr/>
        </p:nvSpPr>
        <p:spPr>
          <a:xfrm>
            <a:off x="4130741" y="4740093"/>
            <a:ext cx="8515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accent6"/>
                </a:solidFill>
              </a:rPr>
              <a:t>출처</a:t>
            </a:r>
          </a:p>
        </p:txBody>
      </p:sp>
    </p:spTree>
    <p:extLst>
      <p:ext uri="{BB962C8B-B14F-4D97-AF65-F5344CB8AC3E}">
        <p14:creationId xmlns:p14="http://schemas.microsoft.com/office/powerpoint/2010/main" val="3154627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4F9DBCF0-53C1-A5CA-2916-CFA567E5AB5A}"/>
              </a:ext>
            </a:extLst>
          </p:cNvPr>
          <p:cNvGrpSpPr/>
          <p:nvPr/>
        </p:nvGrpSpPr>
        <p:grpSpPr>
          <a:xfrm>
            <a:off x="10024946" y="398401"/>
            <a:ext cx="2167054" cy="768458"/>
            <a:chOff x="8909823" y="398401"/>
            <a:chExt cx="3282177" cy="738121"/>
          </a:xfrm>
          <a:solidFill>
            <a:schemeClr val="bg1"/>
          </a:solidFill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17C1F52-B223-C89C-5D63-03B2ED28236A}"/>
                </a:ext>
              </a:extLst>
            </p:cNvPr>
            <p:cNvSpPr/>
            <p:nvPr/>
          </p:nvSpPr>
          <p:spPr>
            <a:xfrm>
              <a:off x="10844526" y="398401"/>
              <a:ext cx="1347474" cy="7381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D2F3B72-3851-0E6B-272D-7DF968778CF0}"/>
                </a:ext>
              </a:extLst>
            </p:cNvPr>
            <p:cNvSpPr/>
            <p:nvPr/>
          </p:nvSpPr>
          <p:spPr>
            <a:xfrm>
              <a:off x="9963513" y="398401"/>
              <a:ext cx="724895" cy="7381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6DE6DAF-C3A5-CCC1-072F-5C5DF6D82C64}"/>
                </a:ext>
              </a:extLst>
            </p:cNvPr>
            <p:cNvSpPr/>
            <p:nvPr/>
          </p:nvSpPr>
          <p:spPr>
            <a:xfrm>
              <a:off x="9283289" y="398401"/>
              <a:ext cx="524106" cy="7381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1C63801-C8EF-D34B-433B-F9C290353AC2}"/>
                </a:ext>
              </a:extLst>
            </p:cNvPr>
            <p:cNvSpPr/>
            <p:nvPr/>
          </p:nvSpPr>
          <p:spPr>
            <a:xfrm>
              <a:off x="8909823" y="398401"/>
              <a:ext cx="217347" cy="7381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6150EDB-54A9-241B-7BB8-FBE9C2BBC64A}"/>
              </a:ext>
            </a:extLst>
          </p:cNvPr>
          <p:cNvSpPr txBox="1"/>
          <p:nvPr/>
        </p:nvSpPr>
        <p:spPr>
          <a:xfrm>
            <a:off x="5074725" y="2505670"/>
            <a:ext cx="20425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  <a:latin typeface="+mj-ea"/>
                <a:ea typeface="+mj-ea"/>
              </a:rPr>
              <a:t>Part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A65560-91DE-4287-4E61-6F7F98826C6D}"/>
              </a:ext>
            </a:extLst>
          </p:cNvPr>
          <p:cNvSpPr txBox="1"/>
          <p:nvPr/>
        </p:nvSpPr>
        <p:spPr>
          <a:xfrm>
            <a:off x="1062413" y="3422159"/>
            <a:ext cx="1006718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600" b="1" dirty="0">
                <a:solidFill>
                  <a:schemeClr val="bg1"/>
                </a:solidFill>
                <a:latin typeface="+mj-ea"/>
                <a:ea typeface="+mj-ea"/>
              </a:rPr>
              <a:t>코드에 업그레이드 된 부분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3777208-C675-9BD5-6F42-0C5B5CB94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010" y="6644622"/>
            <a:ext cx="2651990" cy="2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774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AD3D9A-FE71-AAA2-5C18-AAFC9BCE6351}"/>
              </a:ext>
            </a:extLst>
          </p:cNvPr>
          <p:cNvSpPr txBox="1"/>
          <p:nvPr/>
        </p:nvSpPr>
        <p:spPr>
          <a:xfrm>
            <a:off x="144966" y="144966"/>
            <a:ext cx="615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1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E9E676-0120-0E02-E5A7-70281FCD3068}"/>
              </a:ext>
            </a:extLst>
          </p:cNvPr>
          <p:cNvSpPr txBox="1"/>
          <p:nvPr/>
        </p:nvSpPr>
        <p:spPr>
          <a:xfrm>
            <a:off x="854927" y="109284"/>
            <a:ext cx="5687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spc="-3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코드에 업그레이드 된 부분</a:t>
            </a:r>
            <a:endParaRPr lang="ko-KR" altLang="en-US" sz="4000" b="1" spc="-3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D571B41-C67D-0766-588C-561AE8C096C4}"/>
              </a:ext>
            </a:extLst>
          </p:cNvPr>
          <p:cNvSpPr/>
          <p:nvPr/>
        </p:nvSpPr>
        <p:spPr>
          <a:xfrm>
            <a:off x="566633" y="896646"/>
            <a:ext cx="5209700" cy="52910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C2BB7B2-FC72-1D7C-610A-51A784ACBB62}"/>
              </a:ext>
            </a:extLst>
          </p:cNvPr>
          <p:cNvSpPr/>
          <p:nvPr/>
        </p:nvSpPr>
        <p:spPr>
          <a:xfrm>
            <a:off x="6415669" y="896645"/>
            <a:ext cx="5209700" cy="52910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3F71935-73CA-FC1A-EAAB-61D8F8438F30}"/>
              </a:ext>
            </a:extLst>
          </p:cNvPr>
          <p:cNvSpPr txBox="1"/>
          <p:nvPr/>
        </p:nvSpPr>
        <p:spPr>
          <a:xfrm>
            <a:off x="7000847" y="1628605"/>
            <a:ext cx="4039145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• </a:t>
            </a:r>
            <a:r>
              <a:rPr lang="ko-KR" altLang="en-US" sz="1600" dirty="0"/>
              <a:t>플레이어 이름을 받아줄 배열 변수 </a:t>
            </a:r>
            <a:r>
              <a:rPr lang="en-US" altLang="ko-KR" sz="1600" dirty="0"/>
              <a:t>name</a:t>
            </a:r>
            <a:r>
              <a:rPr lang="ko-KR" altLang="en-US" sz="1600" dirty="0"/>
              <a:t>과 최고의 플레이어를 저장할 배열 변수</a:t>
            </a:r>
            <a:r>
              <a:rPr lang="en-US" altLang="ko-KR" sz="1600" dirty="0" err="1"/>
              <a:t>b_name</a:t>
            </a:r>
            <a:r>
              <a:rPr lang="en-US" altLang="ko-KR" sz="1600" dirty="0"/>
              <a:t> </a:t>
            </a:r>
            <a:r>
              <a:rPr lang="ko-KR" altLang="en-US" sz="1600" dirty="0"/>
              <a:t>추가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• </a:t>
            </a:r>
            <a:r>
              <a:rPr lang="ko-KR" altLang="en-US" sz="1600" dirty="0"/>
              <a:t>점수를 저장할 변수 </a:t>
            </a:r>
            <a:r>
              <a:rPr lang="en-US" altLang="ko-KR" sz="1600" dirty="0"/>
              <a:t>score</a:t>
            </a:r>
            <a:r>
              <a:rPr lang="ko-KR" altLang="en-US" sz="1600" dirty="0"/>
              <a:t>과 최고 점수를 저장할 변수 </a:t>
            </a:r>
            <a:r>
              <a:rPr lang="en-US" altLang="ko-KR" sz="1600" dirty="0" err="1"/>
              <a:t>b_score</a:t>
            </a:r>
            <a:r>
              <a:rPr lang="en-US" altLang="ko-KR" sz="1600" dirty="0"/>
              <a:t> </a:t>
            </a:r>
            <a:r>
              <a:rPr lang="ko-KR" altLang="en-US" sz="1600" dirty="0"/>
              <a:t>추가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• </a:t>
            </a:r>
            <a:r>
              <a:rPr lang="ko-KR" altLang="en-US" sz="1600" dirty="0"/>
              <a:t>게임이 끝나고 키보드로부터 </a:t>
            </a:r>
            <a:r>
              <a:rPr lang="en-US" altLang="ko-KR" sz="1600" dirty="0"/>
              <a:t>‘y’</a:t>
            </a:r>
            <a:r>
              <a:rPr lang="ko-KR" altLang="en-US" sz="1600" dirty="0"/>
              <a:t>라는 값을 받으면 게임을 다시 돌려주는 </a:t>
            </a:r>
            <a:r>
              <a:rPr lang="en-US" altLang="ko-KR" sz="1600" dirty="0"/>
              <a:t>while</a:t>
            </a:r>
            <a:r>
              <a:rPr lang="ko-KR" altLang="en-US" sz="1600" dirty="0"/>
              <a:t>문 추가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ko-KR" sz="1600" dirty="0"/>
              <a:t>•</a:t>
            </a:r>
            <a:r>
              <a:rPr lang="en-US" altLang="ko-KR" sz="1600" dirty="0"/>
              <a:t> </a:t>
            </a:r>
            <a:r>
              <a:rPr lang="ko-KR" altLang="en-US" sz="1600" dirty="0"/>
              <a:t>변수 </a:t>
            </a:r>
            <a:r>
              <a:rPr lang="en-US" altLang="ko-KR" sz="1600" dirty="0"/>
              <a:t>score </a:t>
            </a:r>
            <a:r>
              <a:rPr lang="ko-KR" altLang="en-US" sz="1600" dirty="0"/>
              <a:t>값을 비교해 조건에 맞으면 값을 변수 </a:t>
            </a:r>
            <a:r>
              <a:rPr lang="en-US" altLang="ko-KR" sz="1600" dirty="0" err="1"/>
              <a:t>b_score</a:t>
            </a:r>
            <a:r>
              <a:rPr lang="en-US" altLang="ko-KR" sz="1600" dirty="0"/>
              <a:t> </a:t>
            </a:r>
            <a:r>
              <a:rPr lang="ko-KR" altLang="en-US" sz="1600" dirty="0"/>
              <a:t>값에 저장 후 플레이어의 이름 또한 </a:t>
            </a:r>
            <a:r>
              <a:rPr lang="en-US" altLang="ko-KR" sz="1600" dirty="0" err="1"/>
              <a:t>b_name</a:t>
            </a:r>
            <a:r>
              <a:rPr lang="ko-KR" altLang="en-US" sz="1600" dirty="0"/>
              <a:t>에 저장하는 </a:t>
            </a:r>
            <a:r>
              <a:rPr lang="en-US" altLang="ko-KR" sz="1600" dirty="0"/>
              <a:t>if</a:t>
            </a:r>
            <a:r>
              <a:rPr lang="ko-KR" altLang="en-US" sz="1600" dirty="0"/>
              <a:t>문 추가</a:t>
            </a:r>
            <a:endParaRPr lang="en-US" altLang="ko-KR" sz="1600" dirty="0"/>
          </a:p>
          <a:p>
            <a:endParaRPr lang="ko-KR" altLang="en-US" sz="2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C81251-5CBD-5686-8AFE-64B1C5D90419}"/>
              </a:ext>
            </a:extLst>
          </p:cNvPr>
          <p:cNvSpPr txBox="1"/>
          <p:nvPr/>
        </p:nvSpPr>
        <p:spPr>
          <a:xfrm>
            <a:off x="7408397" y="1032804"/>
            <a:ext cx="3224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main</a:t>
            </a:r>
            <a:r>
              <a:rPr lang="ko-KR" altLang="en-US" sz="2000" b="1" dirty="0"/>
              <a:t>함수 업그레이드 부분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CE1A441-8FB1-BB41-1B50-CE03C34F6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9790" y="6608042"/>
            <a:ext cx="2792210" cy="249958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D86B64E-6570-E7E3-66F3-D4B2C82D46EF}"/>
              </a:ext>
            </a:extLst>
          </p:cNvPr>
          <p:cNvCxnSpPr/>
          <p:nvPr/>
        </p:nvCxnSpPr>
        <p:spPr>
          <a:xfrm>
            <a:off x="7000847" y="1490341"/>
            <a:ext cx="40393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283F6110-9B34-263A-90B0-134A70D3F1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008" y="992080"/>
            <a:ext cx="4038950" cy="510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980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AD3D9A-FE71-AAA2-5C18-AAFC9BCE6351}"/>
              </a:ext>
            </a:extLst>
          </p:cNvPr>
          <p:cNvSpPr txBox="1"/>
          <p:nvPr/>
        </p:nvSpPr>
        <p:spPr>
          <a:xfrm>
            <a:off x="144966" y="144966"/>
            <a:ext cx="615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1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E9E676-0120-0E02-E5A7-70281FCD3068}"/>
              </a:ext>
            </a:extLst>
          </p:cNvPr>
          <p:cNvSpPr txBox="1"/>
          <p:nvPr/>
        </p:nvSpPr>
        <p:spPr>
          <a:xfrm>
            <a:off x="854927" y="109284"/>
            <a:ext cx="5687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spc="-3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코드에 업그레이드 된 부분</a:t>
            </a:r>
            <a:endParaRPr lang="ko-KR" altLang="en-US" sz="4000" b="1" spc="-3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D571B41-C67D-0766-588C-561AE8C096C4}"/>
              </a:ext>
            </a:extLst>
          </p:cNvPr>
          <p:cNvSpPr/>
          <p:nvPr/>
        </p:nvSpPr>
        <p:spPr>
          <a:xfrm>
            <a:off x="566633" y="896646"/>
            <a:ext cx="5209700" cy="52910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C2BB7B2-FC72-1D7C-610A-51A784ACBB62}"/>
              </a:ext>
            </a:extLst>
          </p:cNvPr>
          <p:cNvSpPr/>
          <p:nvPr/>
        </p:nvSpPr>
        <p:spPr>
          <a:xfrm>
            <a:off x="6415668" y="896645"/>
            <a:ext cx="5209700" cy="52910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3F71935-73CA-FC1A-EAAB-61D8F8438F30}"/>
              </a:ext>
            </a:extLst>
          </p:cNvPr>
          <p:cNvSpPr txBox="1"/>
          <p:nvPr/>
        </p:nvSpPr>
        <p:spPr>
          <a:xfrm>
            <a:off x="7000847" y="1628605"/>
            <a:ext cx="403934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• </a:t>
            </a:r>
            <a:r>
              <a:rPr lang="ko-KR" altLang="en-US" sz="1600" dirty="0"/>
              <a:t>플레이어의 이름을 </a:t>
            </a:r>
            <a:r>
              <a:rPr lang="ko-KR" altLang="en-US" sz="1600" dirty="0" err="1"/>
              <a:t>입력받는</a:t>
            </a:r>
            <a:r>
              <a:rPr lang="ko-KR" altLang="en-US" sz="1600" dirty="0"/>
              <a:t> 구문 추가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• </a:t>
            </a:r>
            <a:r>
              <a:rPr lang="ko-KR" altLang="en-US" sz="1600" dirty="0"/>
              <a:t>게임의 도전횟수를 </a:t>
            </a:r>
            <a:r>
              <a:rPr lang="ko-KR" altLang="en-US" sz="1600" dirty="0" err="1"/>
              <a:t>입력받는</a:t>
            </a:r>
            <a:r>
              <a:rPr lang="ko-KR" altLang="en-US" sz="1600" dirty="0"/>
              <a:t> 구문 추가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• </a:t>
            </a:r>
            <a:r>
              <a:rPr lang="ko-KR" altLang="en-US" sz="1600" dirty="0"/>
              <a:t>게임의 난이도를 입력 받는 구문 추가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• </a:t>
            </a:r>
            <a:r>
              <a:rPr lang="ko-KR" altLang="en-US" sz="1600" dirty="0"/>
              <a:t>게임의 난이도에 따라 속도 변수 </a:t>
            </a:r>
            <a:r>
              <a:rPr lang="en-US" altLang="ko-KR" sz="1600" dirty="0"/>
              <a:t>level</a:t>
            </a:r>
            <a:r>
              <a:rPr lang="ko-KR" altLang="en-US" sz="1600" dirty="0"/>
              <a:t>에 값을 할당해주는 구문 추가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ko-KR" sz="1600" dirty="0"/>
              <a:t>•</a:t>
            </a:r>
            <a:r>
              <a:rPr lang="en-US" altLang="ko-KR" sz="1600" dirty="0"/>
              <a:t> </a:t>
            </a:r>
            <a:r>
              <a:rPr lang="ko-KR" altLang="en-US" sz="1600" dirty="0"/>
              <a:t>말의 모양을 </a:t>
            </a:r>
            <a:r>
              <a:rPr lang="ko-KR" altLang="en-US" sz="1600" dirty="0" err="1"/>
              <a:t>입력받는</a:t>
            </a:r>
            <a:r>
              <a:rPr lang="ko-KR" altLang="en-US" sz="1600" dirty="0"/>
              <a:t> 구문추가</a:t>
            </a:r>
            <a:endParaRPr lang="en-US" altLang="ko-KR" sz="16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C81251-5CBD-5686-8AFE-64B1C5D90419}"/>
              </a:ext>
            </a:extLst>
          </p:cNvPr>
          <p:cNvSpPr txBox="1"/>
          <p:nvPr/>
        </p:nvSpPr>
        <p:spPr>
          <a:xfrm>
            <a:off x="7000847" y="1028087"/>
            <a:ext cx="40393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err="1"/>
              <a:t>Intro_game</a:t>
            </a:r>
            <a:r>
              <a:rPr lang="ko-KR" altLang="en-US" sz="2000" b="1" dirty="0"/>
              <a:t>함수 업그레이드 부분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CE1A441-8FB1-BB41-1B50-CE03C34F6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9790" y="6608042"/>
            <a:ext cx="2792210" cy="249958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D86B64E-6570-E7E3-66F3-D4B2C82D46EF}"/>
              </a:ext>
            </a:extLst>
          </p:cNvPr>
          <p:cNvCxnSpPr/>
          <p:nvPr/>
        </p:nvCxnSpPr>
        <p:spPr>
          <a:xfrm>
            <a:off x="7000847" y="1490341"/>
            <a:ext cx="40393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7E1FB90A-0843-B5B9-3C10-A239F45C9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74" y="1308738"/>
            <a:ext cx="4882617" cy="424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117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AD3D9A-FE71-AAA2-5C18-AAFC9BCE6351}"/>
              </a:ext>
            </a:extLst>
          </p:cNvPr>
          <p:cNvSpPr txBox="1"/>
          <p:nvPr/>
        </p:nvSpPr>
        <p:spPr>
          <a:xfrm>
            <a:off x="144966" y="144966"/>
            <a:ext cx="615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1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E9E676-0120-0E02-E5A7-70281FCD3068}"/>
              </a:ext>
            </a:extLst>
          </p:cNvPr>
          <p:cNvSpPr txBox="1"/>
          <p:nvPr/>
        </p:nvSpPr>
        <p:spPr>
          <a:xfrm>
            <a:off x="854927" y="109284"/>
            <a:ext cx="5687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spc="-3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코드에 업그레이드 된 부분</a:t>
            </a:r>
            <a:endParaRPr lang="ko-KR" altLang="en-US" sz="4000" b="1" spc="-3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D571B41-C67D-0766-588C-561AE8C096C4}"/>
              </a:ext>
            </a:extLst>
          </p:cNvPr>
          <p:cNvSpPr/>
          <p:nvPr/>
        </p:nvSpPr>
        <p:spPr>
          <a:xfrm>
            <a:off x="566633" y="896646"/>
            <a:ext cx="5209700" cy="52910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C2BB7B2-FC72-1D7C-610A-51A784ACBB62}"/>
              </a:ext>
            </a:extLst>
          </p:cNvPr>
          <p:cNvSpPr/>
          <p:nvPr/>
        </p:nvSpPr>
        <p:spPr>
          <a:xfrm>
            <a:off x="6415668" y="896645"/>
            <a:ext cx="5209700" cy="52910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3F71935-73CA-FC1A-EAAB-61D8F8438F30}"/>
              </a:ext>
            </a:extLst>
          </p:cNvPr>
          <p:cNvSpPr txBox="1"/>
          <p:nvPr/>
        </p:nvSpPr>
        <p:spPr>
          <a:xfrm>
            <a:off x="7000847" y="1628605"/>
            <a:ext cx="4039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• 말이 이동하고 나서 말의 흔적이 남지 않게 해주는 </a:t>
            </a:r>
            <a:r>
              <a:rPr lang="en-US" altLang="ko-KR" sz="1600" dirty="0"/>
              <a:t>if</a:t>
            </a:r>
            <a:r>
              <a:rPr lang="ko-KR" altLang="en-US" sz="1600" dirty="0"/>
              <a:t>문 추가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C81251-5CBD-5686-8AFE-64B1C5D90419}"/>
              </a:ext>
            </a:extLst>
          </p:cNvPr>
          <p:cNvSpPr txBox="1"/>
          <p:nvPr/>
        </p:nvSpPr>
        <p:spPr>
          <a:xfrm>
            <a:off x="6833988" y="1008245"/>
            <a:ext cx="4373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err="1"/>
              <a:t>Horizontal_slide</a:t>
            </a:r>
            <a:r>
              <a:rPr lang="ko-KR" altLang="en-US" sz="2000" b="1" dirty="0"/>
              <a:t>함수 업그레이드 부분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CE1A441-8FB1-BB41-1B50-CE03C34F6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9790" y="6608042"/>
            <a:ext cx="2792210" cy="249958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D86B64E-6570-E7E3-66F3-D4B2C82D46EF}"/>
              </a:ext>
            </a:extLst>
          </p:cNvPr>
          <p:cNvCxnSpPr>
            <a:cxnSpLocks/>
          </p:cNvCxnSpPr>
          <p:nvPr/>
        </p:nvCxnSpPr>
        <p:spPr>
          <a:xfrm>
            <a:off x="7000847" y="1490341"/>
            <a:ext cx="40393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C4610D4E-9BF5-EE5A-FBE2-7B6702BCEA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36" y="2560244"/>
            <a:ext cx="4313294" cy="173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04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AD3D9A-FE71-AAA2-5C18-AAFC9BCE6351}"/>
              </a:ext>
            </a:extLst>
          </p:cNvPr>
          <p:cNvSpPr txBox="1"/>
          <p:nvPr/>
        </p:nvSpPr>
        <p:spPr>
          <a:xfrm>
            <a:off x="144966" y="144966"/>
            <a:ext cx="615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1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E9E676-0120-0E02-E5A7-70281FCD3068}"/>
              </a:ext>
            </a:extLst>
          </p:cNvPr>
          <p:cNvSpPr txBox="1"/>
          <p:nvPr/>
        </p:nvSpPr>
        <p:spPr>
          <a:xfrm>
            <a:off x="854927" y="109284"/>
            <a:ext cx="5687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spc="-3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코드에 업그레이드 된 부분</a:t>
            </a:r>
            <a:endParaRPr lang="ko-KR" altLang="en-US" sz="4000" b="1" spc="-3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D571B41-C67D-0766-588C-561AE8C096C4}"/>
              </a:ext>
            </a:extLst>
          </p:cNvPr>
          <p:cNvSpPr/>
          <p:nvPr/>
        </p:nvSpPr>
        <p:spPr>
          <a:xfrm>
            <a:off x="566633" y="896646"/>
            <a:ext cx="5209700" cy="52910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C2BB7B2-FC72-1D7C-610A-51A784ACBB62}"/>
              </a:ext>
            </a:extLst>
          </p:cNvPr>
          <p:cNvSpPr/>
          <p:nvPr/>
        </p:nvSpPr>
        <p:spPr>
          <a:xfrm>
            <a:off x="6415668" y="896645"/>
            <a:ext cx="5209700" cy="52910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3F71935-73CA-FC1A-EAAB-61D8F8438F30}"/>
              </a:ext>
            </a:extLst>
          </p:cNvPr>
          <p:cNvSpPr txBox="1"/>
          <p:nvPr/>
        </p:nvSpPr>
        <p:spPr>
          <a:xfrm>
            <a:off x="7000847" y="1628605"/>
            <a:ext cx="40393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• </a:t>
            </a:r>
            <a:r>
              <a:rPr lang="ko-KR" altLang="en-US" sz="1600" dirty="0"/>
              <a:t>최고 플레이어의 이름을 알려주는 구문 추가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• </a:t>
            </a:r>
            <a:r>
              <a:rPr lang="ko-KR" altLang="en-US" sz="1600" dirty="0"/>
              <a:t>최고 플레이어의 명중률을 알려주는 구문 추가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C81251-5CBD-5686-8AFE-64B1C5D90419}"/>
              </a:ext>
            </a:extLst>
          </p:cNvPr>
          <p:cNvSpPr txBox="1"/>
          <p:nvPr/>
        </p:nvSpPr>
        <p:spPr>
          <a:xfrm>
            <a:off x="7000847" y="1028087"/>
            <a:ext cx="40393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err="1"/>
              <a:t>display_text</a:t>
            </a:r>
            <a:r>
              <a:rPr lang="ko-KR" altLang="en-US" sz="2000" b="1" dirty="0"/>
              <a:t>함수 업그레이드 부분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CE1A441-8FB1-BB41-1B50-CE03C34F6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9790" y="6608042"/>
            <a:ext cx="2792210" cy="249958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D86B64E-6570-E7E3-66F3-D4B2C82D46EF}"/>
              </a:ext>
            </a:extLst>
          </p:cNvPr>
          <p:cNvCxnSpPr/>
          <p:nvPr/>
        </p:nvCxnSpPr>
        <p:spPr>
          <a:xfrm>
            <a:off x="7000847" y="1490341"/>
            <a:ext cx="40393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6196C23B-C5C1-7AAE-B7F2-E4347E8367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55" y="2354487"/>
            <a:ext cx="4996056" cy="214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743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AD3D9A-FE71-AAA2-5C18-AAFC9BCE6351}"/>
              </a:ext>
            </a:extLst>
          </p:cNvPr>
          <p:cNvSpPr txBox="1"/>
          <p:nvPr/>
        </p:nvSpPr>
        <p:spPr>
          <a:xfrm>
            <a:off x="144966" y="144966"/>
            <a:ext cx="615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1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E9E676-0120-0E02-E5A7-70281FCD3068}"/>
              </a:ext>
            </a:extLst>
          </p:cNvPr>
          <p:cNvSpPr txBox="1"/>
          <p:nvPr/>
        </p:nvSpPr>
        <p:spPr>
          <a:xfrm>
            <a:off x="854927" y="109284"/>
            <a:ext cx="5687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spc="-3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코드에 업그레이드 된 부분</a:t>
            </a:r>
            <a:endParaRPr lang="ko-KR" altLang="en-US" sz="4000" b="1" spc="-3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D571B41-C67D-0766-588C-561AE8C096C4}"/>
              </a:ext>
            </a:extLst>
          </p:cNvPr>
          <p:cNvSpPr/>
          <p:nvPr/>
        </p:nvSpPr>
        <p:spPr>
          <a:xfrm>
            <a:off x="566633" y="896646"/>
            <a:ext cx="5209700" cy="52910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C2BB7B2-FC72-1D7C-610A-51A784ACBB62}"/>
              </a:ext>
            </a:extLst>
          </p:cNvPr>
          <p:cNvSpPr/>
          <p:nvPr/>
        </p:nvSpPr>
        <p:spPr>
          <a:xfrm>
            <a:off x="6415668" y="896645"/>
            <a:ext cx="5209700" cy="52910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3F71935-73CA-FC1A-EAAB-61D8F8438F30}"/>
              </a:ext>
            </a:extLst>
          </p:cNvPr>
          <p:cNvSpPr txBox="1"/>
          <p:nvPr/>
        </p:nvSpPr>
        <p:spPr>
          <a:xfrm>
            <a:off x="7000847" y="1628605"/>
            <a:ext cx="40393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• </a:t>
            </a:r>
            <a:r>
              <a:rPr lang="ko-KR" altLang="en-US" sz="1600" dirty="0" err="1"/>
              <a:t>입력받은</a:t>
            </a:r>
            <a:r>
              <a:rPr lang="ko-KR" altLang="en-US" sz="1600" dirty="0"/>
              <a:t> 말 번호에 따라 말 모양을 할당해 주는 </a:t>
            </a:r>
            <a:r>
              <a:rPr lang="en-US" altLang="ko-KR" sz="1600" dirty="0"/>
              <a:t>else if</a:t>
            </a:r>
            <a:r>
              <a:rPr lang="ko-KR" altLang="en-US" sz="1600" dirty="0"/>
              <a:t>문 추가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• </a:t>
            </a:r>
            <a:r>
              <a:rPr lang="ko-KR" altLang="en-US" sz="1600" dirty="0"/>
              <a:t>화살이 말과 겹치지 않게 해주는 구문 추가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C81251-5CBD-5686-8AFE-64B1C5D90419}"/>
              </a:ext>
            </a:extLst>
          </p:cNvPr>
          <p:cNvSpPr txBox="1"/>
          <p:nvPr/>
        </p:nvSpPr>
        <p:spPr>
          <a:xfrm>
            <a:off x="6820165" y="1042035"/>
            <a:ext cx="44007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err="1"/>
              <a:t>Game_control</a:t>
            </a:r>
            <a:r>
              <a:rPr lang="ko-KR" altLang="en-US" sz="2000" b="1" dirty="0"/>
              <a:t>함수 업그레이드 부분</a:t>
            </a:r>
            <a:r>
              <a:rPr lang="en-US" altLang="ko-KR" sz="2000" b="1" dirty="0"/>
              <a:t>(1)</a:t>
            </a:r>
            <a:endParaRPr lang="ko-KR" altLang="en-US" sz="20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CE1A441-8FB1-BB41-1B50-CE03C34F6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9790" y="6608042"/>
            <a:ext cx="2792210" cy="249958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D86B64E-6570-E7E3-66F3-D4B2C82D46EF}"/>
              </a:ext>
            </a:extLst>
          </p:cNvPr>
          <p:cNvCxnSpPr/>
          <p:nvPr/>
        </p:nvCxnSpPr>
        <p:spPr>
          <a:xfrm>
            <a:off x="7000847" y="1490341"/>
            <a:ext cx="40393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FC34BCE-CED0-C011-57FE-DDBE5FFE6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577" y="1211388"/>
            <a:ext cx="4061812" cy="44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357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AD3D9A-FE71-AAA2-5C18-AAFC9BCE6351}"/>
              </a:ext>
            </a:extLst>
          </p:cNvPr>
          <p:cNvSpPr txBox="1"/>
          <p:nvPr/>
        </p:nvSpPr>
        <p:spPr>
          <a:xfrm>
            <a:off x="144966" y="144966"/>
            <a:ext cx="615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1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E9E676-0120-0E02-E5A7-70281FCD3068}"/>
              </a:ext>
            </a:extLst>
          </p:cNvPr>
          <p:cNvSpPr txBox="1"/>
          <p:nvPr/>
        </p:nvSpPr>
        <p:spPr>
          <a:xfrm>
            <a:off x="854927" y="109284"/>
            <a:ext cx="5687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spc="-3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코드에 업그레이드 된 부분</a:t>
            </a:r>
            <a:endParaRPr lang="ko-KR" altLang="en-US" sz="4000" b="1" spc="-3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D571B41-C67D-0766-588C-561AE8C096C4}"/>
              </a:ext>
            </a:extLst>
          </p:cNvPr>
          <p:cNvSpPr/>
          <p:nvPr/>
        </p:nvSpPr>
        <p:spPr>
          <a:xfrm>
            <a:off x="566633" y="896646"/>
            <a:ext cx="5209700" cy="52910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C2BB7B2-FC72-1D7C-610A-51A784ACBB62}"/>
              </a:ext>
            </a:extLst>
          </p:cNvPr>
          <p:cNvSpPr/>
          <p:nvPr/>
        </p:nvSpPr>
        <p:spPr>
          <a:xfrm>
            <a:off x="6415669" y="896645"/>
            <a:ext cx="5209700" cy="52910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3F71935-73CA-FC1A-EAAB-61D8F8438F30}"/>
              </a:ext>
            </a:extLst>
          </p:cNvPr>
          <p:cNvSpPr txBox="1"/>
          <p:nvPr/>
        </p:nvSpPr>
        <p:spPr>
          <a:xfrm>
            <a:off x="7000847" y="1628605"/>
            <a:ext cx="40393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• </a:t>
            </a:r>
            <a:r>
              <a:rPr lang="ko-KR" altLang="en-US" sz="1600" dirty="0" err="1"/>
              <a:t>과녁을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맞혔을때</a:t>
            </a:r>
            <a:r>
              <a:rPr lang="ko-KR" altLang="en-US" sz="1600" dirty="0"/>
              <a:t> </a:t>
            </a:r>
            <a:r>
              <a:rPr lang="en-US" altLang="ko-KR" sz="1600" dirty="0"/>
              <a:t>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☆”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모양출력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비프음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발생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그에 따른 글자 출력과 글자 색상을 변경해 주는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if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 추가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600" dirty="0"/>
              <a:t>• </a:t>
            </a:r>
            <a:r>
              <a:rPr lang="ko-KR" altLang="en-US" sz="1600" dirty="0" err="1"/>
              <a:t>과녁을</a:t>
            </a:r>
            <a:r>
              <a:rPr lang="ko-KR" altLang="en-US" sz="1600" dirty="0"/>
              <a:t> 맞히지 못했을 때 그에 따른 글자출력과 글자 색상을 변경해 주는 </a:t>
            </a:r>
            <a:r>
              <a:rPr lang="en-US" altLang="ko-KR" sz="1600" dirty="0"/>
              <a:t>else</a:t>
            </a:r>
            <a:r>
              <a:rPr lang="ko-KR" altLang="en-US" sz="1600" dirty="0"/>
              <a:t>문 추가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C81251-5CBD-5686-8AFE-64B1C5D90419}"/>
              </a:ext>
            </a:extLst>
          </p:cNvPr>
          <p:cNvSpPr txBox="1"/>
          <p:nvPr/>
        </p:nvSpPr>
        <p:spPr>
          <a:xfrm>
            <a:off x="6873699" y="1032804"/>
            <a:ext cx="4293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err="1"/>
              <a:t>Game_control</a:t>
            </a:r>
            <a:r>
              <a:rPr lang="ko-KR" altLang="en-US" sz="2000" b="1" dirty="0"/>
              <a:t>함수 업그레이드 부분</a:t>
            </a:r>
            <a:r>
              <a:rPr lang="en-US" altLang="ko-KR" sz="2000" b="1" dirty="0"/>
              <a:t>(2)</a:t>
            </a:r>
            <a:endParaRPr lang="ko-KR" altLang="en-US" sz="20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CE1A441-8FB1-BB41-1B50-CE03C34F6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9790" y="6608042"/>
            <a:ext cx="2792210" cy="249958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D86B64E-6570-E7E3-66F3-D4B2C82D46EF}"/>
              </a:ext>
            </a:extLst>
          </p:cNvPr>
          <p:cNvCxnSpPr/>
          <p:nvPr/>
        </p:nvCxnSpPr>
        <p:spPr>
          <a:xfrm>
            <a:off x="7000847" y="1490341"/>
            <a:ext cx="40393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B34F82BE-DDC7-7C0D-600C-C036A3A6D2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851" y="1558128"/>
            <a:ext cx="3269263" cy="374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613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AD3D9A-FE71-AAA2-5C18-AAFC9BCE6351}"/>
              </a:ext>
            </a:extLst>
          </p:cNvPr>
          <p:cNvSpPr txBox="1"/>
          <p:nvPr/>
        </p:nvSpPr>
        <p:spPr>
          <a:xfrm>
            <a:off x="144966" y="144966"/>
            <a:ext cx="615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1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E9E676-0120-0E02-E5A7-70281FCD3068}"/>
              </a:ext>
            </a:extLst>
          </p:cNvPr>
          <p:cNvSpPr txBox="1"/>
          <p:nvPr/>
        </p:nvSpPr>
        <p:spPr>
          <a:xfrm>
            <a:off x="854927" y="109284"/>
            <a:ext cx="5687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spc="-3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코드에 업그레이드 된 부분</a:t>
            </a:r>
            <a:endParaRPr lang="ko-KR" altLang="en-US" sz="4000" b="1" spc="-3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D571B41-C67D-0766-588C-561AE8C096C4}"/>
              </a:ext>
            </a:extLst>
          </p:cNvPr>
          <p:cNvSpPr/>
          <p:nvPr/>
        </p:nvSpPr>
        <p:spPr>
          <a:xfrm>
            <a:off x="566633" y="896646"/>
            <a:ext cx="5209700" cy="52910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C2BB7B2-FC72-1D7C-610A-51A784ACBB62}"/>
              </a:ext>
            </a:extLst>
          </p:cNvPr>
          <p:cNvSpPr/>
          <p:nvPr/>
        </p:nvSpPr>
        <p:spPr>
          <a:xfrm>
            <a:off x="6415669" y="896645"/>
            <a:ext cx="5209700" cy="52910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3F71935-73CA-FC1A-EAAB-61D8F8438F30}"/>
              </a:ext>
            </a:extLst>
          </p:cNvPr>
          <p:cNvSpPr txBox="1"/>
          <p:nvPr/>
        </p:nvSpPr>
        <p:spPr>
          <a:xfrm>
            <a:off x="7000847" y="1628605"/>
            <a:ext cx="40393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• </a:t>
            </a:r>
            <a:r>
              <a:rPr lang="ko-KR" altLang="en-US" sz="1600" dirty="0"/>
              <a:t>게임이 끝나고 나서 게임의 시도 횟수</a:t>
            </a:r>
            <a:r>
              <a:rPr lang="en-US" altLang="ko-KR" sz="1600" dirty="0"/>
              <a:t>, </a:t>
            </a:r>
            <a:r>
              <a:rPr lang="ko-KR" altLang="en-US" sz="1600" dirty="0"/>
              <a:t>성공 횟수</a:t>
            </a:r>
            <a:r>
              <a:rPr lang="en-US" altLang="ko-KR" sz="1600" dirty="0"/>
              <a:t>, </a:t>
            </a:r>
            <a:r>
              <a:rPr lang="ko-KR" altLang="en-US" sz="1600" dirty="0"/>
              <a:t>명중률에 따른 게임 결과를 화면에 띄워주는 함수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ko-KR" sz="1600" dirty="0"/>
              <a:t>•</a:t>
            </a:r>
            <a:r>
              <a:rPr lang="en-US" altLang="ko-KR" sz="1600" dirty="0"/>
              <a:t> </a:t>
            </a:r>
            <a:r>
              <a:rPr lang="ko-KR" altLang="en-US" sz="1600" dirty="0" err="1"/>
              <a:t>메인화면으로</a:t>
            </a:r>
            <a:r>
              <a:rPr lang="ko-KR" altLang="en-US" sz="1600" dirty="0"/>
              <a:t> 돌아갈지 말지 </a:t>
            </a:r>
            <a:r>
              <a:rPr lang="ko-KR" altLang="en-US" sz="1600" dirty="0" err="1"/>
              <a:t>입력받는</a:t>
            </a:r>
            <a:r>
              <a:rPr lang="ko-KR" altLang="en-US" sz="1600" dirty="0"/>
              <a:t> 구문 존재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C81251-5CBD-5686-8AFE-64B1C5D90419}"/>
              </a:ext>
            </a:extLst>
          </p:cNvPr>
          <p:cNvSpPr txBox="1"/>
          <p:nvPr/>
        </p:nvSpPr>
        <p:spPr>
          <a:xfrm>
            <a:off x="6873699" y="1032804"/>
            <a:ext cx="4293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새로운 함수 </a:t>
            </a:r>
            <a:r>
              <a:rPr lang="en-US" altLang="ko-KR" sz="2000" b="1" dirty="0" err="1"/>
              <a:t>result_game</a:t>
            </a:r>
            <a:endParaRPr lang="ko-KR" altLang="en-US" sz="20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CE1A441-8FB1-BB41-1B50-CE03C34F6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9790" y="6608042"/>
            <a:ext cx="2792210" cy="249958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D86B64E-6570-E7E3-66F3-D4B2C82D46EF}"/>
              </a:ext>
            </a:extLst>
          </p:cNvPr>
          <p:cNvCxnSpPr/>
          <p:nvPr/>
        </p:nvCxnSpPr>
        <p:spPr>
          <a:xfrm>
            <a:off x="7000847" y="1490341"/>
            <a:ext cx="40393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18AD75F8-1974-1034-5FAB-4CDF59916B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6" y="2114436"/>
            <a:ext cx="4549534" cy="262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912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4F9DBCF0-53C1-A5CA-2916-CFA567E5AB5A}"/>
              </a:ext>
            </a:extLst>
          </p:cNvPr>
          <p:cNvGrpSpPr/>
          <p:nvPr/>
        </p:nvGrpSpPr>
        <p:grpSpPr>
          <a:xfrm>
            <a:off x="10024946" y="398401"/>
            <a:ext cx="2167054" cy="768458"/>
            <a:chOff x="8909823" y="398401"/>
            <a:chExt cx="3282177" cy="738121"/>
          </a:xfrm>
          <a:solidFill>
            <a:schemeClr val="bg1"/>
          </a:solidFill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17C1F52-B223-C89C-5D63-03B2ED28236A}"/>
                </a:ext>
              </a:extLst>
            </p:cNvPr>
            <p:cNvSpPr/>
            <p:nvPr/>
          </p:nvSpPr>
          <p:spPr>
            <a:xfrm>
              <a:off x="10844526" y="398401"/>
              <a:ext cx="1347474" cy="7381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D2F3B72-3851-0E6B-272D-7DF968778CF0}"/>
                </a:ext>
              </a:extLst>
            </p:cNvPr>
            <p:cNvSpPr/>
            <p:nvPr/>
          </p:nvSpPr>
          <p:spPr>
            <a:xfrm>
              <a:off x="9963513" y="398401"/>
              <a:ext cx="724895" cy="7381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6DE6DAF-C3A5-CCC1-072F-5C5DF6D82C64}"/>
                </a:ext>
              </a:extLst>
            </p:cNvPr>
            <p:cNvSpPr/>
            <p:nvPr/>
          </p:nvSpPr>
          <p:spPr>
            <a:xfrm>
              <a:off x="9283289" y="398401"/>
              <a:ext cx="524106" cy="7381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1C63801-C8EF-D34B-433B-F9C290353AC2}"/>
                </a:ext>
              </a:extLst>
            </p:cNvPr>
            <p:cNvSpPr/>
            <p:nvPr/>
          </p:nvSpPr>
          <p:spPr>
            <a:xfrm>
              <a:off x="8909823" y="398401"/>
              <a:ext cx="217347" cy="7381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6150EDB-54A9-241B-7BB8-FBE9C2BBC64A}"/>
              </a:ext>
            </a:extLst>
          </p:cNvPr>
          <p:cNvSpPr txBox="1"/>
          <p:nvPr/>
        </p:nvSpPr>
        <p:spPr>
          <a:xfrm>
            <a:off x="5026635" y="2505670"/>
            <a:ext cx="21387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  <a:latin typeface="+mj-ea"/>
                <a:ea typeface="+mj-ea"/>
              </a:rPr>
              <a:t>Part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A65560-91DE-4287-4E61-6F7F98826C6D}"/>
              </a:ext>
            </a:extLst>
          </p:cNvPr>
          <p:cNvSpPr txBox="1"/>
          <p:nvPr/>
        </p:nvSpPr>
        <p:spPr>
          <a:xfrm>
            <a:off x="639223" y="3422159"/>
            <a:ext cx="1091356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600" b="1" dirty="0">
                <a:solidFill>
                  <a:schemeClr val="bg1"/>
                </a:solidFill>
                <a:latin typeface="+mj-ea"/>
                <a:ea typeface="+mj-ea"/>
              </a:rPr>
              <a:t>업그레이드된 코드 실행 결과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961DB58-C64A-8705-584D-750F92305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171" y="6644622"/>
            <a:ext cx="2651990" cy="2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809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AD3D9A-FE71-AAA2-5C18-AAFC9BCE6351}"/>
              </a:ext>
            </a:extLst>
          </p:cNvPr>
          <p:cNvSpPr txBox="1"/>
          <p:nvPr/>
        </p:nvSpPr>
        <p:spPr>
          <a:xfrm>
            <a:off x="144966" y="144966"/>
            <a:ext cx="615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2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E9E676-0120-0E02-E5A7-70281FCD3068}"/>
              </a:ext>
            </a:extLst>
          </p:cNvPr>
          <p:cNvSpPr txBox="1"/>
          <p:nvPr/>
        </p:nvSpPr>
        <p:spPr>
          <a:xfrm>
            <a:off x="854928" y="109284"/>
            <a:ext cx="61093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업그레이드된 코드 실행 결과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A3E424-E23F-4DFE-83D1-370B0DB343FB}"/>
              </a:ext>
            </a:extLst>
          </p:cNvPr>
          <p:cNvSpPr/>
          <p:nvPr/>
        </p:nvSpPr>
        <p:spPr>
          <a:xfrm>
            <a:off x="520700" y="828067"/>
            <a:ext cx="5465375" cy="47619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7BAD43D-8A53-BC47-3644-2A1C694C5AC8}"/>
              </a:ext>
            </a:extLst>
          </p:cNvPr>
          <p:cNvSpPr/>
          <p:nvPr/>
        </p:nvSpPr>
        <p:spPr>
          <a:xfrm>
            <a:off x="6205927" y="828066"/>
            <a:ext cx="5439972" cy="476198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1EC1F19-3AAA-8BD1-C8AC-C7532754A0B3}"/>
              </a:ext>
            </a:extLst>
          </p:cNvPr>
          <p:cNvSpPr/>
          <p:nvPr/>
        </p:nvSpPr>
        <p:spPr>
          <a:xfrm>
            <a:off x="520700" y="5837876"/>
            <a:ext cx="11176000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B56E51-4C67-E6F0-1D8D-1475A790619B}"/>
              </a:ext>
            </a:extLst>
          </p:cNvPr>
          <p:cNvSpPr/>
          <p:nvPr/>
        </p:nvSpPr>
        <p:spPr>
          <a:xfrm>
            <a:off x="808930" y="1596746"/>
            <a:ext cx="4880670" cy="3348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5D7AEB9-0BDB-83C8-F0F5-09E27B0AA094}"/>
              </a:ext>
            </a:extLst>
          </p:cNvPr>
          <p:cNvSpPr/>
          <p:nvPr/>
        </p:nvSpPr>
        <p:spPr>
          <a:xfrm>
            <a:off x="6485578" y="1596744"/>
            <a:ext cx="4880670" cy="33481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F4EDEC-85FB-FF6A-BDC7-9280C162B156}"/>
              </a:ext>
            </a:extLst>
          </p:cNvPr>
          <p:cNvSpPr txBox="1"/>
          <p:nvPr/>
        </p:nvSpPr>
        <p:spPr>
          <a:xfrm>
            <a:off x="2038152" y="1035379"/>
            <a:ext cx="24304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spc="-300" dirty="0"/>
              <a:t>코드 업그레이드  전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F8209B-6641-7867-D3A3-5161281E4ADD}"/>
              </a:ext>
            </a:extLst>
          </p:cNvPr>
          <p:cNvSpPr txBox="1"/>
          <p:nvPr/>
        </p:nvSpPr>
        <p:spPr>
          <a:xfrm>
            <a:off x="7725905" y="1035379"/>
            <a:ext cx="2400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spc="-300" dirty="0"/>
              <a:t>코드 업그레이드 후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7EB4F3-D946-D09E-AEB4-79CE1E2B0FE7}"/>
              </a:ext>
            </a:extLst>
          </p:cNvPr>
          <p:cNvSpPr txBox="1"/>
          <p:nvPr/>
        </p:nvSpPr>
        <p:spPr>
          <a:xfrm>
            <a:off x="593707" y="5965375"/>
            <a:ext cx="7430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pc="-150" dirty="0"/>
              <a:t>코드 업그레이드 전과 업그레이드 후 </a:t>
            </a:r>
            <a:r>
              <a:rPr lang="en-US" altLang="ko-KR" sz="2400" spc="-150" dirty="0"/>
              <a:t>intro</a:t>
            </a:r>
            <a:r>
              <a:rPr lang="ko-KR" altLang="en-US" sz="2400" spc="-150" dirty="0"/>
              <a:t>화면 비교입니다</a:t>
            </a:r>
            <a:r>
              <a:rPr lang="en-US" altLang="ko-KR" sz="2400" spc="-150" dirty="0"/>
              <a:t>. </a:t>
            </a:r>
            <a:endParaRPr lang="ko-KR" altLang="en-US" sz="2400" spc="-15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871705E-42EC-8889-774B-5240CEA15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1175" y="6583711"/>
            <a:ext cx="2790825" cy="2476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27B7900-47A6-7C13-60D3-DFB777879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183" y="2431196"/>
            <a:ext cx="2568163" cy="122692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72B8885-D678-EA3E-7B8F-D443C43448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749" y="1945013"/>
            <a:ext cx="4694327" cy="220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742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AD3D9A-FE71-AAA2-5C18-AAFC9BCE6351}"/>
              </a:ext>
            </a:extLst>
          </p:cNvPr>
          <p:cNvSpPr txBox="1"/>
          <p:nvPr/>
        </p:nvSpPr>
        <p:spPr>
          <a:xfrm>
            <a:off x="144966" y="144966"/>
            <a:ext cx="615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2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E9E676-0120-0E02-E5A7-70281FCD3068}"/>
              </a:ext>
            </a:extLst>
          </p:cNvPr>
          <p:cNvSpPr txBox="1"/>
          <p:nvPr/>
        </p:nvSpPr>
        <p:spPr>
          <a:xfrm>
            <a:off x="854928" y="109284"/>
            <a:ext cx="61093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업그레이드된 코드 실행 결과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A3E424-E23F-4DFE-83D1-370B0DB343FB}"/>
              </a:ext>
            </a:extLst>
          </p:cNvPr>
          <p:cNvSpPr/>
          <p:nvPr/>
        </p:nvSpPr>
        <p:spPr>
          <a:xfrm>
            <a:off x="520700" y="828067"/>
            <a:ext cx="5465375" cy="47619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7BAD43D-8A53-BC47-3644-2A1C694C5AC8}"/>
              </a:ext>
            </a:extLst>
          </p:cNvPr>
          <p:cNvSpPr/>
          <p:nvPr/>
        </p:nvSpPr>
        <p:spPr>
          <a:xfrm>
            <a:off x="6205927" y="828066"/>
            <a:ext cx="5439972" cy="476198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1EC1F19-3AAA-8BD1-C8AC-C7532754A0B3}"/>
              </a:ext>
            </a:extLst>
          </p:cNvPr>
          <p:cNvSpPr/>
          <p:nvPr/>
        </p:nvSpPr>
        <p:spPr>
          <a:xfrm>
            <a:off x="520700" y="5837876"/>
            <a:ext cx="11176000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B56E51-4C67-E6F0-1D8D-1475A790619B}"/>
              </a:ext>
            </a:extLst>
          </p:cNvPr>
          <p:cNvSpPr/>
          <p:nvPr/>
        </p:nvSpPr>
        <p:spPr>
          <a:xfrm>
            <a:off x="808930" y="1596746"/>
            <a:ext cx="4880670" cy="3348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5D7AEB9-0BDB-83C8-F0F5-09E27B0AA094}"/>
              </a:ext>
            </a:extLst>
          </p:cNvPr>
          <p:cNvSpPr/>
          <p:nvPr/>
        </p:nvSpPr>
        <p:spPr>
          <a:xfrm>
            <a:off x="6485578" y="1596744"/>
            <a:ext cx="4880670" cy="33481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F4EDEC-85FB-FF6A-BDC7-9280C162B156}"/>
              </a:ext>
            </a:extLst>
          </p:cNvPr>
          <p:cNvSpPr txBox="1"/>
          <p:nvPr/>
        </p:nvSpPr>
        <p:spPr>
          <a:xfrm>
            <a:off x="2038152" y="1035379"/>
            <a:ext cx="24304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spc="-300" dirty="0"/>
              <a:t>코드 업그레이드  전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F8209B-6641-7867-D3A3-5161281E4ADD}"/>
              </a:ext>
            </a:extLst>
          </p:cNvPr>
          <p:cNvSpPr txBox="1"/>
          <p:nvPr/>
        </p:nvSpPr>
        <p:spPr>
          <a:xfrm>
            <a:off x="7725905" y="1035379"/>
            <a:ext cx="2400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spc="-300" dirty="0"/>
              <a:t>코드 업그레이드 후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7EB4F3-D946-D09E-AEB4-79CE1E2B0FE7}"/>
              </a:ext>
            </a:extLst>
          </p:cNvPr>
          <p:cNvSpPr txBox="1"/>
          <p:nvPr/>
        </p:nvSpPr>
        <p:spPr>
          <a:xfrm>
            <a:off x="593707" y="5965375"/>
            <a:ext cx="8719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pc="-150" dirty="0"/>
              <a:t>코드 업그레이드 전과 업그레이드 후 화살이 빗나간 화면 비교입니다</a:t>
            </a:r>
            <a:r>
              <a:rPr lang="en-US" altLang="ko-KR" sz="2400" spc="-150" dirty="0"/>
              <a:t>. </a:t>
            </a:r>
            <a:endParaRPr lang="ko-KR" altLang="en-US" sz="2400" spc="-15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871705E-42EC-8889-774B-5240CEA15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1175" y="6583711"/>
            <a:ext cx="2790825" cy="2476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4313174-DEB8-D864-7A08-A1CAEA499E2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657" y="1831725"/>
            <a:ext cx="4087215" cy="287815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2D69CED-D5D6-096E-4B40-31805E7596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233" y="1769981"/>
            <a:ext cx="4739360" cy="287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021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AD3D9A-FE71-AAA2-5C18-AAFC9BCE6351}"/>
              </a:ext>
            </a:extLst>
          </p:cNvPr>
          <p:cNvSpPr txBox="1"/>
          <p:nvPr/>
        </p:nvSpPr>
        <p:spPr>
          <a:xfrm>
            <a:off x="144966" y="144966"/>
            <a:ext cx="615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2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E9E676-0120-0E02-E5A7-70281FCD3068}"/>
              </a:ext>
            </a:extLst>
          </p:cNvPr>
          <p:cNvSpPr txBox="1"/>
          <p:nvPr/>
        </p:nvSpPr>
        <p:spPr>
          <a:xfrm>
            <a:off x="854928" y="109284"/>
            <a:ext cx="61093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업그레이드된 코드 실행 결과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A3E424-E23F-4DFE-83D1-370B0DB343FB}"/>
              </a:ext>
            </a:extLst>
          </p:cNvPr>
          <p:cNvSpPr/>
          <p:nvPr/>
        </p:nvSpPr>
        <p:spPr>
          <a:xfrm>
            <a:off x="520700" y="828067"/>
            <a:ext cx="5465375" cy="47619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7BAD43D-8A53-BC47-3644-2A1C694C5AC8}"/>
              </a:ext>
            </a:extLst>
          </p:cNvPr>
          <p:cNvSpPr/>
          <p:nvPr/>
        </p:nvSpPr>
        <p:spPr>
          <a:xfrm>
            <a:off x="6205927" y="828066"/>
            <a:ext cx="5439972" cy="476198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1EC1F19-3AAA-8BD1-C8AC-C7532754A0B3}"/>
              </a:ext>
            </a:extLst>
          </p:cNvPr>
          <p:cNvSpPr/>
          <p:nvPr/>
        </p:nvSpPr>
        <p:spPr>
          <a:xfrm>
            <a:off x="520700" y="5837876"/>
            <a:ext cx="11176000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B56E51-4C67-E6F0-1D8D-1475A790619B}"/>
              </a:ext>
            </a:extLst>
          </p:cNvPr>
          <p:cNvSpPr/>
          <p:nvPr/>
        </p:nvSpPr>
        <p:spPr>
          <a:xfrm>
            <a:off x="808930" y="1596746"/>
            <a:ext cx="4880670" cy="3348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5D7AEB9-0BDB-83C8-F0F5-09E27B0AA094}"/>
              </a:ext>
            </a:extLst>
          </p:cNvPr>
          <p:cNvSpPr/>
          <p:nvPr/>
        </p:nvSpPr>
        <p:spPr>
          <a:xfrm>
            <a:off x="6485578" y="1596744"/>
            <a:ext cx="4880670" cy="33481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F4EDEC-85FB-FF6A-BDC7-9280C162B156}"/>
              </a:ext>
            </a:extLst>
          </p:cNvPr>
          <p:cNvSpPr txBox="1"/>
          <p:nvPr/>
        </p:nvSpPr>
        <p:spPr>
          <a:xfrm>
            <a:off x="2038152" y="1035379"/>
            <a:ext cx="24304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spc="-300" dirty="0"/>
              <a:t>코드 업그레이드  전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F8209B-6641-7867-D3A3-5161281E4ADD}"/>
              </a:ext>
            </a:extLst>
          </p:cNvPr>
          <p:cNvSpPr txBox="1"/>
          <p:nvPr/>
        </p:nvSpPr>
        <p:spPr>
          <a:xfrm>
            <a:off x="7725905" y="1035379"/>
            <a:ext cx="2400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spc="-300" dirty="0"/>
              <a:t>코드 업그레이드 후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7EB4F3-D946-D09E-AEB4-79CE1E2B0FE7}"/>
              </a:ext>
            </a:extLst>
          </p:cNvPr>
          <p:cNvSpPr txBox="1"/>
          <p:nvPr/>
        </p:nvSpPr>
        <p:spPr>
          <a:xfrm>
            <a:off x="593707" y="5965375"/>
            <a:ext cx="93458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pc="-150" dirty="0"/>
              <a:t>코드 업그레이드 전과 업그레이드 후 화살이 목표를 맞힌 화면 비교입니다</a:t>
            </a:r>
            <a:r>
              <a:rPr lang="en-US" altLang="ko-KR" sz="2400" spc="-150" dirty="0"/>
              <a:t>. </a:t>
            </a:r>
            <a:endParaRPr lang="ko-KR" altLang="en-US" sz="2400" spc="-15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871705E-42EC-8889-774B-5240CEA15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1175" y="6583711"/>
            <a:ext cx="2790825" cy="2476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24C74C3-D0AC-4A1E-5DB4-C20E792C36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179" y="1704356"/>
            <a:ext cx="4236171" cy="310280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7DA2484-F4F9-18E6-5DCF-144FDEEE92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915" y="1821255"/>
            <a:ext cx="4649996" cy="286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198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AD3D9A-FE71-AAA2-5C18-AAFC9BCE6351}"/>
              </a:ext>
            </a:extLst>
          </p:cNvPr>
          <p:cNvSpPr txBox="1"/>
          <p:nvPr/>
        </p:nvSpPr>
        <p:spPr>
          <a:xfrm>
            <a:off x="144966" y="144966"/>
            <a:ext cx="615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2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E9E676-0120-0E02-E5A7-70281FCD3068}"/>
              </a:ext>
            </a:extLst>
          </p:cNvPr>
          <p:cNvSpPr txBox="1"/>
          <p:nvPr/>
        </p:nvSpPr>
        <p:spPr>
          <a:xfrm>
            <a:off x="854928" y="109284"/>
            <a:ext cx="61093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업그레이드된 코드 실행 결과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A3E424-E23F-4DFE-83D1-370B0DB343FB}"/>
              </a:ext>
            </a:extLst>
          </p:cNvPr>
          <p:cNvSpPr/>
          <p:nvPr/>
        </p:nvSpPr>
        <p:spPr>
          <a:xfrm>
            <a:off x="520700" y="828067"/>
            <a:ext cx="5465375" cy="47619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7BAD43D-8A53-BC47-3644-2A1C694C5AC8}"/>
              </a:ext>
            </a:extLst>
          </p:cNvPr>
          <p:cNvSpPr/>
          <p:nvPr/>
        </p:nvSpPr>
        <p:spPr>
          <a:xfrm>
            <a:off x="6205927" y="828066"/>
            <a:ext cx="5439972" cy="476198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1EC1F19-3AAA-8BD1-C8AC-C7532754A0B3}"/>
              </a:ext>
            </a:extLst>
          </p:cNvPr>
          <p:cNvSpPr/>
          <p:nvPr/>
        </p:nvSpPr>
        <p:spPr>
          <a:xfrm>
            <a:off x="520700" y="5837876"/>
            <a:ext cx="11176000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B56E51-4C67-E6F0-1D8D-1475A790619B}"/>
              </a:ext>
            </a:extLst>
          </p:cNvPr>
          <p:cNvSpPr/>
          <p:nvPr/>
        </p:nvSpPr>
        <p:spPr>
          <a:xfrm>
            <a:off x="808930" y="1596746"/>
            <a:ext cx="4880670" cy="3348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5D7AEB9-0BDB-83C8-F0F5-09E27B0AA094}"/>
              </a:ext>
            </a:extLst>
          </p:cNvPr>
          <p:cNvSpPr/>
          <p:nvPr/>
        </p:nvSpPr>
        <p:spPr>
          <a:xfrm>
            <a:off x="6485578" y="1596744"/>
            <a:ext cx="4880670" cy="33481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F4EDEC-85FB-FF6A-BDC7-9280C162B156}"/>
              </a:ext>
            </a:extLst>
          </p:cNvPr>
          <p:cNvSpPr txBox="1"/>
          <p:nvPr/>
        </p:nvSpPr>
        <p:spPr>
          <a:xfrm>
            <a:off x="2038152" y="1035379"/>
            <a:ext cx="24304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spc="-300" dirty="0"/>
              <a:t>코드 업그레이드  전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F8209B-6641-7867-D3A3-5161281E4ADD}"/>
              </a:ext>
            </a:extLst>
          </p:cNvPr>
          <p:cNvSpPr txBox="1"/>
          <p:nvPr/>
        </p:nvSpPr>
        <p:spPr>
          <a:xfrm>
            <a:off x="7725905" y="1035379"/>
            <a:ext cx="2400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spc="-300" dirty="0"/>
              <a:t>코드 업그레이드 후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7EB4F3-D946-D09E-AEB4-79CE1E2B0FE7}"/>
              </a:ext>
            </a:extLst>
          </p:cNvPr>
          <p:cNvSpPr txBox="1"/>
          <p:nvPr/>
        </p:nvSpPr>
        <p:spPr>
          <a:xfrm>
            <a:off x="593707" y="5965375"/>
            <a:ext cx="8141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pc="-150" dirty="0"/>
              <a:t>코드 업그레이드 전과 업그레이드 후 게임 결과 화면 비교입니다</a:t>
            </a:r>
            <a:r>
              <a:rPr lang="en-US" altLang="ko-KR" sz="2400" spc="-150" dirty="0"/>
              <a:t>. </a:t>
            </a:r>
            <a:endParaRPr lang="ko-KR" altLang="en-US" sz="2400" spc="-15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871705E-42EC-8889-774B-5240CEA15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1175" y="6583711"/>
            <a:ext cx="2790825" cy="2476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E9E1FFE-8B3B-54F5-6861-91FD16C894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757" y="1703486"/>
            <a:ext cx="3861016" cy="313463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13FB95D-7A43-DF4E-AE28-DEB60BB391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832" y="1716538"/>
            <a:ext cx="3192162" cy="310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45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4F9DBCF0-53C1-A5CA-2916-CFA567E5AB5A}"/>
              </a:ext>
            </a:extLst>
          </p:cNvPr>
          <p:cNvGrpSpPr/>
          <p:nvPr/>
        </p:nvGrpSpPr>
        <p:grpSpPr>
          <a:xfrm>
            <a:off x="10024946" y="398401"/>
            <a:ext cx="2167054" cy="768458"/>
            <a:chOff x="8909823" y="398401"/>
            <a:chExt cx="3282177" cy="738121"/>
          </a:xfrm>
          <a:solidFill>
            <a:schemeClr val="bg1"/>
          </a:solidFill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17C1F52-B223-C89C-5D63-03B2ED28236A}"/>
                </a:ext>
              </a:extLst>
            </p:cNvPr>
            <p:cNvSpPr/>
            <p:nvPr/>
          </p:nvSpPr>
          <p:spPr>
            <a:xfrm>
              <a:off x="10844526" y="398401"/>
              <a:ext cx="1347474" cy="7381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D2F3B72-3851-0E6B-272D-7DF968778CF0}"/>
                </a:ext>
              </a:extLst>
            </p:cNvPr>
            <p:cNvSpPr/>
            <p:nvPr/>
          </p:nvSpPr>
          <p:spPr>
            <a:xfrm>
              <a:off x="9963513" y="398401"/>
              <a:ext cx="724895" cy="7381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6DE6DAF-C3A5-CCC1-072F-5C5DF6D82C64}"/>
                </a:ext>
              </a:extLst>
            </p:cNvPr>
            <p:cNvSpPr/>
            <p:nvPr/>
          </p:nvSpPr>
          <p:spPr>
            <a:xfrm>
              <a:off x="9283289" y="398401"/>
              <a:ext cx="524106" cy="7381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1C63801-C8EF-D34B-433B-F9C290353AC2}"/>
                </a:ext>
              </a:extLst>
            </p:cNvPr>
            <p:cNvSpPr/>
            <p:nvPr/>
          </p:nvSpPr>
          <p:spPr>
            <a:xfrm>
              <a:off x="8909823" y="398401"/>
              <a:ext cx="217347" cy="7381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6150EDB-54A9-241B-7BB8-FBE9C2BBC64A}"/>
              </a:ext>
            </a:extLst>
          </p:cNvPr>
          <p:cNvSpPr txBox="1"/>
          <p:nvPr/>
        </p:nvSpPr>
        <p:spPr>
          <a:xfrm>
            <a:off x="5017017" y="2505670"/>
            <a:ext cx="21579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  <a:latin typeface="+mj-ea"/>
                <a:ea typeface="+mj-ea"/>
              </a:rPr>
              <a:t>Part 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A65560-91DE-4287-4E61-6F7F98826C6D}"/>
              </a:ext>
            </a:extLst>
          </p:cNvPr>
          <p:cNvSpPr txBox="1"/>
          <p:nvPr/>
        </p:nvSpPr>
        <p:spPr>
          <a:xfrm>
            <a:off x="5157281" y="3422159"/>
            <a:ext cx="187743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600" b="1" dirty="0">
                <a:solidFill>
                  <a:schemeClr val="bg1"/>
                </a:solidFill>
                <a:latin typeface="+mj-ea"/>
                <a:ea typeface="+mj-ea"/>
              </a:rPr>
              <a:t>출처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AD2370B-93AE-5291-23C9-D1E12C36F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010" y="6644622"/>
            <a:ext cx="2651990" cy="2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415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CB7C51E-C188-31E4-7D03-21CFC374F3C9}"/>
              </a:ext>
            </a:extLst>
          </p:cNvPr>
          <p:cNvSpPr/>
          <p:nvPr/>
        </p:nvSpPr>
        <p:spPr>
          <a:xfrm>
            <a:off x="749300" y="844550"/>
            <a:ext cx="10744200" cy="516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6E37AC6-BA56-FEC7-2076-370E0DDA468A}"/>
              </a:ext>
            </a:extLst>
          </p:cNvPr>
          <p:cNvSpPr/>
          <p:nvPr/>
        </p:nvSpPr>
        <p:spPr>
          <a:xfrm>
            <a:off x="749300" y="844550"/>
            <a:ext cx="10744200" cy="8427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A04D25-03CD-4415-FC71-668F2F7C0349}"/>
              </a:ext>
            </a:extLst>
          </p:cNvPr>
          <p:cNvSpPr txBox="1"/>
          <p:nvPr/>
        </p:nvSpPr>
        <p:spPr>
          <a:xfrm flipH="1">
            <a:off x="977900" y="1043178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출처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0E4D0FA-FE2A-12FE-16EB-ED87935BEDCB}"/>
              </a:ext>
            </a:extLst>
          </p:cNvPr>
          <p:cNvSpPr/>
          <p:nvPr/>
        </p:nvSpPr>
        <p:spPr>
          <a:xfrm>
            <a:off x="2755900" y="2209800"/>
            <a:ext cx="6705600" cy="749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27C0BAA-5B03-5DD5-744C-2A6D9AB82B23}"/>
              </a:ext>
            </a:extLst>
          </p:cNvPr>
          <p:cNvSpPr/>
          <p:nvPr/>
        </p:nvSpPr>
        <p:spPr>
          <a:xfrm>
            <a:off x="2286000" y="2082800"/>
            <a:ext cx="1028700" cy="1028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D19592-E0BA-32F8-A0D4-49674ECCA9F7}"/>
              </a:ext>
            </a:extLst>
          </p:cNvPr>
          <p:cNvSpPr txBox="1"/>
          <p:nvPr/>
        </p:nvSpPr>
        <p:spPr>
          <a:xfrm>
            <a:off x="2616200" y="2298184"/>
            <a:ext cx="3770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accent2">
                    <a:lumMod val="25000"/>
                  </a:schemeClr>
                </a:solidFill>
              </a:rPr>
              <a:t>1</a:t>
            </a:r>
            <a:endParaRPr lang="ko-KR" altLang="en-US" sz="3200" b="1" dirty="0">
              <a:solidFill>
                <a:schemeClr val="accent2">
                  <a:lumMod val="2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416F51-DF62-FF7C-262F-CF5E1CAE1A57}"/>
              </a:ext>
            </a:extLst>
          </p:cNvPr>
          <p:cNvSpPr txBox="1"/>
          <p:nvPr/>
        </p:nvSpPr>
        <p:spPr>
          <a:xfrm flipH="1">
            <a:off x="3555999" y="2384395"/>
            <a:ext cx="5019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https://www.hackerschool.org/HS_Boards</a:t>
            </a:r>
            <a:endParaRPr lang="ko-KR" altLang="en-US" sz="20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45F4796-532A-E198-1769-56930FD8B25D}"/>
              </a:ext>
            </a:extLst>
          </p:cNvPr>
          <p:cNvSpPr/>
          <p:nvPr/>
        </p:nvSpPr>
        <p:spPr>
          <a:xfrm>
            <a:off x="2755900" y="3443462"/>
            <a:ext cx="6705600" cy="749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1056696-F386-E28D-DBFD-59EE55EB7A2E}"/>
              </a:ext>
            </a:extLst>
          </p:cNvPr>
          <p:cNvSpPr/>
          <p:nvPr/>
        </p:nvSpPr>
        <p:spPr>
          <a:xfrm>
            <a:off x="2286000" y="3316462"/>
            <a:ext cx="1028700" cy="1028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F29A95-F9AF-1BD1-2FB3-59F315997508}"/>
              </a:ext>
            </a:extLst>
          </p:cNvPr>
          <p:cNvSpPr txBox="1"/>
          <p:nvPr/>
        </p:nvSpPr>
        <p:spPr>
          <a:xfrm>
            <a:off x="2616200" y="3531846"/>
            <a:ext cx="434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accent2">
                    <a:lumMod val="25000"/>
                  </a:schemeClr>
                </a:solidFill>
              </a:rPr>
              <a:t>2</a:t>
            </a:r>
            <a:endParaRPr lang="ko-KR" altLang="en-US" sz="3200" b="1" dirty="0">
              <a:solidFill>
                <a:schemeClr val="accent2">
                  <a:lumMod val="2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6E0470-B7D6-C167-029A-3EF0B17B3147}"/>
              </a:ext>
            </a:extLst>
          </p:cNvPr>
          <p:cNvSpPr txBox="1"/>
          <p:nvPr/>
        </p:nvSpPr>
        <p:spPr>
          <a:xfrm flipH="1">
            <a:off x="3556000" y="3618057"/>
            <a:ext cx="3874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https://seongmikim.tistory.com/21</a:t>
            </a:r>
            <a:endParaRPr lang="ko-KR" altLang="en-US" sz="20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D95DFD7-2AB3-5E27-E426-99FDF0B360AC}"/>
              </a:ext>
            </a:extLst>
          </p:cNvPr>
          <p:cNvSpPr/>
          <p:nvPr/>
        </p:nvSpPr>
        <p:spPr>
          <a:xfrm>
            <a:off x="2755900" y="4677124"/>
            <a:ext cx="6705600" cy="749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18EF133-2DA7-7D42-E64A-3945230B25B7}"/>
              </a:ext>
            </a:extLst>
          </p:cNvPr>
          <p:cNvSpPr/>
          <p:nvPr/>
        </p:nvSpPr>
        <p:spPr>
          <a:xfrm>
            <a:off x="2286000" y="4550124"/>
            <a:ext cx="1028700" cy="1028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F8EB33-6AA0-BCC8-B94B-4FD8D4B6E8B8}"/>
              </a:ext>
            </a:extLst>
          </p:cNvPr>
          <p:cNvSpPr txBox="1"/>
          <p:nvPr/>
        </p:nvSpPr>
        <p:spPr>
          <a:xfrm>
            <a:off x="2616200" y="4765508"/>
            <a:ext cx="447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accent2">
                    <a:lumMod val="25000"/>
                  </a:schemeClr>
                </a:solidFill>
              </a:rPr>
              <a:t>3</a:t>
            </a:r>
            <a:endParaRPr lang="ko-KR" altLang="en-US" sz="3200" b="1" dirty="0">
              <a:solidFill>
                <a:schemeClr val="accent2">
                  <a:lumMod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5C2DF8-B49C-1CC5-7A6E-0AFE845E2DD6}"/>
              </a:ext>
            </a:extLst>
          </p:cNvPr>
          <p:cNvSpPr txBox="1"/>
          <p:nvPr/>
        </p:nvSpPr>
        <p:spPr>
          <a:xfrm flipH="1">
            <a:off x="3556000" y="4851719"/>
            <a:ext cx="3661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https://blog.naver.com/seiru523</a:t>
            </a:r>
            <a:endParaRPr lang="ko-KR" altLang="en-US" sz="2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C8BC98D-9EAA-6764-30E8-C9B2629F8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149" y="6614634"/>
            <a:ext cx="2895851" cy="2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946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80DCAF6-3978-3160-157A-648EA12B561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DF402808-E0F8-85EA-4890-583C8458B7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EB9D84F-0B45-A7BD-7BF5-9231BA12DE12}"/>
              </a:ext>
            </a:extLst>
          </p:cNvPr>
          <p:cNvGrpSpPr/>
          <p:nvPr/>
        </p:nvGrpSpPr>
        <p:grpSpPr>
          <a:xfrm>
            <a:off x="3865347" y="2398775"/>
            <a:ext cx="4394409" cy="2060449"/>
            <a:chOff x="3865347" y="2331098"/>
            <a:chExt cx="4394409" cy="2060449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D65639EA-0993-6716-3613-393B26EBF005}"/>
                </a:ext>
              </a:extLst>
            </p:cNvPr>
            <p:cNvGrpSpPr/>
            <p:nvPr/>
          </p:nvGrpSpPr>
          <p:grpSpPr>
            <a:xfrm>
              <a:off x="4979020" y="2331098"/>
              <a:ext cx="2167054" cy="768458"/>
              <a:chOff x="8909823" y="398401"/>
              <a:chExt cx="3282177" cy="738121"/>
            </a:xfrm>
            <a:solidFill>
              <a:schemeClr val="accent6"/>
            </a:solidFill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ECA681B3-511D-A959-423D-EB378EA84909}"/>
                  </a:ext>
                </a:extLst>
              </p:cNvPr>
              <p:cNvSpPr/>
              <p:nvPr/>
            </p:nvSpPr>
            <p:spPr>
              <a:xfrm>
                <a:off x="10844526" y="398401"/>
                <a:ext cx="1347474" cy="73812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23BFE378-782A-97F5-13A5-45DA4E0CA0B2}"/>
                  </a:ext>
                </a:extLst>
              </p:cNvPr>
              <p:cNvSpPr/>
              <p:nvPr/>
            </p:nvSpPr>
            <p:spPr>
              <a:xfrm>
                <a:off x="9963513" y="398401"/>
                <a:ext cx="724895" cy="73812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A5A565E9-DDED-AE67-D1D9-E664152D6E1C}"/>
                  </a:ext>
                </a:extLst>
              </p:cNvPr>
              <p:cNvSpPr/>
              <p:nvPr/>
            </p:nvSpPr>
            <p:spPr>
              <a:xfrm>
                <a:off x="9283289" y="398401"/>
                <a:ext cx="524106" cy="73812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256379F4-F5D0-AC14-880B-87ECF7A0A246}"/>
                  </a:ext>
                </a:extLst>
              </p:cNvPr>
              <p:cNvSpPr/>
              <p:nvPr/>
            </p:nvSpPr>
            <p:spPr>
              <a:xfrm>
                <a:off x="8909823" y="398401"/>
                <a:ext cx="217347" cy="73812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66259B1-33B2-547E-A2D7-4EBD5D0038E0}"/>
                </a:ext>
              </a:extLst>
            </p:cNvPr>
            <p:cNvSpPr txBox="1"/>
            <p:nvPr/>
          </p:nvSpPr>
          <p:spPr>
            <a:xfrm>
              <a:off x="3865347" y="3283551"/>
              <a:ext cx="4394409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600" b="1" dirty="0">
                  <a:solidFill>
                    <a:schemeClr val="accent6"/>
                  </a:solidFill>
                  <a:latin typeface="+mj-ea"/>
                  <a:ea typeface="+mj-ea"/>
                </a:rPr>
                <a:t>THANK YOU</a:t>
              </a:r>
              <a:endParaRPr lang="ko-KR" altLang="en-US" sz="6600" b="1" dirty="0">
                <a:solidFill>
                  <a:schemeClr val="accent6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532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빙하_기상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4C6D4"/>
      </a:accent1>
      <a:accent2>
        <a:srgbClr val="B7D7EC"/>
      </a:accent2>
      <a:accent3>
        <a:srgbClr val="72B2E3"/>
      </a:accent3>
      <a:accent4>
        <a:srgbClr val="6393CF"/>
      </a:accent4>
      <a:accent5>
        <a:srgbClr val="1C658E"/>
      </a:accent5>
      <a:accent6>
        <a:srgbClr val="1A335C"/>
      </a:accent6>
      <a:hlink>
        <a:srgbClr val="262626"/>
      </a:hlink>
      <a:folHlink>
        <a:srgbClr val="262626"/>
      </a:folHlink>
    </a:clrScheme>
    <a:fontScheme name="12-1">
      <a:majorFont>
        <a:latin typeface="Pretendard ExtraBold"/>
        <a:ea typeface="Pretendard ExtraBol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470</Words>
  <Application>Microsoft Office PowerPoint</Application>
  <PresentationFormat>와이드스크린</PresentationFormat>
  <Paragraphs>96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Pretendard</vt:lpstr>
      <vt:lpstr>Pretendard ExtraBold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규진 서</cp:lastModifiedBy>
  <cp:revision>65</cp:revision>
  <dcterms:created xsi:type="dcterms:W3CDTF">2022-08-02T00:37:12Z</dcterms:created>
  <dcterms:modified xsi:type="dcterms:W3CDTF">2023-10-08T16:14:57Z</dcterms:modified>
</cp:coreProperties>
</file>